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pitch: Newera isn't just another broker. Frame the six USPs as the 'Newera Edge' — everything on this slide is what a serious trader actually cares about: speed, money access, support, fair execution, safety, and tools built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grid quickly left-to-right, top-to-bottom. Each card is expanded in the following slides. The message: these aren't marketing lines, they're operational commitments.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speed with the A-Book model deliberately: fast fills only matter if the broker isn't trading against you. This is the trust foundation of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slide. Traders' number-one fear is not being able to withdraw. Lead with 24x7 withdrawals, back it with regulation and segregated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six USPs on relationship + product fit. Tie 'Built for Traders' back to our own algo products (AlgoMatic, EA support) as living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expansion slide — everything here is additive proof. Use it if the room wants depth; skip to the CTA if you're short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single-line value stack and a clear CTA. Adapt the URL/contact line to the actual account-opening or IB link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669280" cy="56692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931920"/>
            <a:ext cx="4206240" cy="420624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NEWERA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Newera Edge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</a:t>
            </a:r>
            <a:pPr algn="l" indent="0" marL="0">
              <a:buNone/>
            </a:pPr>
            <a:r>
              <a:rPr lang="en-US" sz="22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traders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 us.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48006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800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TRADERS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Selling Proposition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sets Newera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advantages, one platform — engineered around how you trade.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69164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118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608" y="21963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1188" y="18928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118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Execution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1180" y="322783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order fills so your strategy hits the price you see.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5628" y="169164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166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88" y="219638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1668" y="18928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9166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Withdrawal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1660" y="322783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withdrawals processed across every region we serve.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6108" y="169164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214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568" y="2196389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2148" y="18928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3214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Account Manager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32140" y="322783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specialist assigned to you — not a ticket queue.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95148" y="406908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1180" y="43434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" y="4573829"/>
            <a:ext cx="362102" cy="3621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01188" y="42702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51180" y="5239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A-Book Broker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1180" y="5605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orders go straight to the market. No dealing-desk conflict.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35628" y="406908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1660" y="43434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88" y="4573829"/>
            <a:ext cx="362102" cy="3621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1668" y="42702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591660" y="5239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Regulated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591660" y="5605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under a compliant, regulated framework you can trust.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76108" y="406908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32140" y="43434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568" y="4573829"/>
            <a:ext cx="362102" cy="3621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82148" y="42702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8432140" y="5239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Traders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32140" y="5605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tooling, algo &amp; EA friendly, tuned for real trading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you can trade on — pricing you can trust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960120" cy="9601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2463394"/>
            <a:ext cx="422453" cy="422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Execution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routed and filled in milliseconds. What you click is what you get — critical for scalping, news trading and arbitrage strategies.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&lt;15ms  </a:t>
            </a:r>
            <a:pPr indent="0" marL="0"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order execution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2194560"/>
            <a:ext cx="960120" cy="9601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2463394"/>
            <a:ext cx="422453" cy="4224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A-Book Broker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90372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trades pass straight through to liquidity providers. We profit when you keep trading — never from your losses. No conflict of interest.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90372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 </a:t>
            </a:r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sent to market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MONEY, YOUR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your funds anytime — with the safety of regulation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960120" cy="9601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2463394"/>
            <a:ext cx="422453" cy="422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Withdrawal · 24×7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requests are processed around the clock for every region we serve. No waiting for 'business hours' to reach your own money.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24×7  </a:t>
            </a:r>
            <a:pPr indent="0" marL="0"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regions, every day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2194560"/>
            <a:ext cx="960120" cy="9601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2463394"/>
            <a:ext cx="422453" cy="4224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Regulated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90372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Newera operates under a regulated, compliant framework with segregated client funds — so your capital is handled to a professional standard.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90372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Segregated  </a:t>
            </a:r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fund protection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TOOLING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partner in your corner — and a platform on your side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960120" cy="9601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2463394"/>
            <a:ext cx="422453" cy="422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Account Manager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is paired with a dedicated manager for onboarding, funding, strategy questions and priority resolution. Real people, real accountability.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1-to-1  </a:t>
            </a:r>
            <a:pPr indent="0" marL="0"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 manager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4F1EA"/>
          </a:solidFill>
          <a:ln w="12700">
            <a:solidFill>
              <a:srgbClr val="E4DE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2194560"/>
            <a:ext cx="960120" cy="9601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2463394"/>
            <a:ext cx="422453" cy="4224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3291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Traders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903720" y="3794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&amp; EA friendly, deep liquidity, tight spreads and pro-grade platforms — engineered for how modern traders actually operate.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90372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8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 </a:t>
            </a:r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&amp; EA ready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REASONS TO TRADE WITH NEWERA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headline six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5148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5" name="Shape 3"/>
          <p:cNvSpPr/>
          <p:nvPr/>
        </p:nvSpPr>
        <p:spPr>
          <a:xfrm>
            <a:off x="769468" y="207568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414" y="2285634"/>
            <a:ext cx="329916" cy="329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8148" y="20939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Tight, Raw Spreads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9468" y="2862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spreads that protect your edge on every trade.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5628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4609948" y="207568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94" y="2285634"/>
            <a:ext cx="329916" cy="3299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8628" y="20939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Liquidity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9948" y="2862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top-tier liquidity for reliable fills at size.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76108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0428" y="207568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374" y="2285634"/>
            <a:ext cx="329916" cy="3299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9108" y="20939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 &amp; EA Friendly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0428" y="2862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MT5-ready environment built for automated strategies.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5148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20" name="Shape 15"/>
          <p:cNvSpPr/>
          <p:nvPr/>
        </p:nvSpPr>
        <p:spPr>
          <a:xfrm>
            <a:off x="769468" y="427024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14" y="4480194"/>
            <a:ext cx="329916" cy="3299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38148" y="428853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Multi-Asset Access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9468" y="50566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Forex, metals, indices, energies and crypto CFDs.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5628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25" name="Shape 19"/>
          <p:cNvSpPr/>
          <p:nvPr/>
        </p:nvSpPr>
        <p:spPr>
          <a:xfrm>
            <a:off x="4609948" y="427024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894" y="4480194"/>
            <a:ext cx="329916" cy="3299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8628" y="428853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Balance Protection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09948" y="50566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never lose more than your account balance.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76108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0428" y="4270248"/>
            <a:ext cx="749808" cy="749808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374" y="4480194"/>
            <a:ext cx="329916" cy="3299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9108" y="428853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24×7 Multilingual Support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50428" y="50566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in your language, across every region we serve.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TRADERS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with the Newera Edge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execution. Faster withdrawals. Real support. Fair, regulated, A-Book trading.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4206240"/>
            <a:ext cx="4206240" cy="685800"/>
          </a:xfrm>
          <a:prstGeom prst="roundRect">
            <a:avLst>
              <a:gd name="adj" fmla="val 49333"/>
            </a:avLst>
          </a:prstGeom>
          <a:solidFill>
            <a:srgbClr val="C9A96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4206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Account Today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NEWERA CAPITAL MARKETS  ·  www.neweracm.com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Newera USP</dc:title>
  <dc:subject>PptxGenJS Presentation</dc:subject>
  <dc:creator>Newera Capital Markets</dc:creator>
  <cp:lastModifiedBy>Newera Capital Markets</cp:lastModifiedBy>
  <cp:revision>1</cp:revision>
  <dcterms:created xsi:type="dcterms:W3CDTF">2026-07-06T06:19:35Z</dcterms:created>
  <dcterms:modified xsi:type="dcterms:W3CDTF">2026-07-06T06:19:35Z</dcterms:modified>
</cp:coreProperties>
</file>